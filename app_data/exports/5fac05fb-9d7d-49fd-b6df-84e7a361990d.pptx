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示例幻灯片，当前未填充具体内容，仅用于占位或后续编辑。请根据实际需求添加相关文本、数据或图表，以完善演示内容。保持简洁明了有助于提升观众理解。确保所有信息与主题一致并支持核心观点。后续可补充关键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用于分阶段展示信息，建议替换为实际内容。保持简洁风格有助于提升演示的视觉一致性。当前时间已更新，注意同步相关数据。请根据需要逐步呈现后续内容。使用留白设计可增强观众注意力。确保每部分内容清晰且易于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为总结或过渡页，可用于结束演示或引导后续内容。所有幻灯片均可根据需要进行自定义编辑。感谢查看示例内容，如需生成基于具体数据的幻灯片，请提供相关信息以获得更精准的展示。生成时间为2026年1月11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b2c2f416-5f1e-4459-bd3d-f43e63d0b1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6289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示例标题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3695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051300"/>
            <a:ext cx="67310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本页为示例幻灯片，当前未填充具体信息。可用于占位或后续编辑。请根据实际需求添加文本、数据或图表。支持 Markdown 格式排版。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5422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5765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5100" y="591820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5740400"/>
            <a:ext cx="1295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示例演示者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6096000"/>
            <a:ext cx="12954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2026-01-11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5d4db233-8d2c-44df-92e4-cd220e7cf4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7432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示例标题 2：结构化留白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720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27600"/>
            <a:ext cx="67310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本页展示空白布局设计，可用于分步呈现内容。建议替换为实际信息，并保持简洁风格以提升视觉一致性。当前时间：2026-01-11。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680133-a97c-43a9-86bc-41df527541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625600" cy="1625600"/>
          </a:xfrm>
          <a:prstGeom prst="roundRect">
            <a:avLst>
              <a:gd name="adj" fmla="val 50000"/>
            </a:avLst>
          </a:prstGeom>
          <a:solidFill>
            <a:srgbClr val="9333EA">
              <a:alpha val="2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224000" y="7112000"/>
            <a:ext cx="2032000" cy="2032000"/>
          </a:xfrm>
          <a:prstGeom prst="roundRect">
            <a:avLst>
              <a:gd name="adj" fmla="val 50000"/>
            </a:avLst>
          </a:prstGeom>
          <a:solidFill>
            <a:srgbClr val="C084FC">
              <a:alpha val="2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4000" y="45720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9042400"/>
            <a:ext cx="16256000" cy="101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38400" y="2743200"/>
            <a:ext cx="1140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总结与结束页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0" y="35560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2ae2f3d3-cd0e-44e3-88c0-68b236324d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4013200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38400" y="4927600"/>
            <a:ext cx="1140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0000"/>
              </a:lnSpc>
              <a:defRPr i="1" sz="3000" b="0">
                <a:solidFill>
                  <a:srgbClr val="FFFFFF"/>
                </a:solidFill>
                <a:latin typeface="Inter"/>
              </a:defRPr>
            </a:pPr>
            <a:r>
              <a:rPr i="1" sz="3000" b="0">
                <a:solidFill>
                  <a:srgbClr val="FFFFFF"/>
                </a:solidFill>
                <a:latin typeface="Inter"/>
              </a:rPr>
              <a:t>"感谢查看示例PPT内容。如需数据驱动内容，请提供具体信息。支持自定义编辑。"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4800" y="6324600"/>
            <a:ext cx="812800" cy="12700"/>
          </a:xfrm>
          <a:prstGeom prst="roundRect">
            <a:avLst>
              <a:gd name="adj" fmla="val 4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0800" y="6146800"/>
            <a:ext cx="939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E9D5FF"/>
                </a:solidFill>
                <a:latin typeface="Inter"/>
              </a:defRPr>
            </a:pPr>
            <a:r>
              <a:rPr i="0" sz="1800" b="1">
                <a:solidFill>
                  <a:srgbClr val="E9D5FF"/>
                </a:solidFill>
                <a:latin typeface="Inter"/>
              </a:rPr>
              <a:t>示例作者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88400" y="6324600"/>
            <a:ext cx="812800" cy="12700"/>
          </a:xfrm>
          <a:prstGeom prst="roundRect">
            <a:avLst>
              <a:gd name="adj" fmla="val 4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